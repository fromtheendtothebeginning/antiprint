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0CB76-F05B-36B6-100F-CEC78218A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77B619-20F9-0375-5CC9-D569AF0A2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223EA5-FD0E-ACEE-A6F8-CC07504E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8C83BD-C9CB-A670-4248-EA9E132E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3CD0A-E16F-5707-4788-B2436515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1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87BC4-D57B-624D-69B0-4AEC2591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8022E-600E-C6DB-D71C-49DBAD8B0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24733A-E377-5729-F68C-B8FD45F0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1FB55C-3529-C98E-A961-57347227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4935FC-51E8-F6E3-6FDE-537D82614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0F041-AC2C-4481-948F-5751EBBA0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C65A4-A8A3-2739-2E9A-B079727EE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98CEB5-D61A-A798-F227-4A99A15A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9916AE-0516-3E2E-C117-914735D1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4487C-920C-E99C-CDA9-2D80001C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348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0610F-385D-E14B-72BF-0FDD7D10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1BCE3-27E1-536E-C767-D635B94C0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37E7BA-4B94-E76F-4A63-FB1E6AE32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263D8A-E910-BEAE-BBB5-89715809E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00DE86-36AF-524A-E7C6-03CA1BF3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A3587C-1007-1BC1-BD2B-319AA472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23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E9613-14C4-DB66-B3DA-70374D8D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C292AD-D205-4BD2-C074-D41CFD1FE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1CAF4A-FE82-9A57-FB50-D6EDE2960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04A1C3-1FAE-6C79-F42C-D7D2815F5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B306E0-3BD5-23E1-660E-1FEBA1800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07DFD8-5781-0DEC-B706-258DD69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44F0A3-7126-4FE1-A917-5AECC1CF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767549-54F3-FDB2-1960-AD5FA4A60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49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A5460-97EF-DF36-9B53-948D925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E8DBFE-EE7A-0CA7-0EEC-1CD046A2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2AEC04-13DA-3C74-926C-22FC2DBA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265D28-A2E2-9455-2DD1-9604BB27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7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47EBCA-F004-8D6A-1CAD-EC9082D0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1FFBD3-3AB5-7137-E084-87BB6766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2E45A6-4B9D-A29B-DF2B-45E7BFC2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15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71767-8660-28C6-63EB-89DADAE0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36939D-02A0-C309-B476-FFC2ABBAE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BEA9B8-5E83-5750-87B1-11C150BBF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A8D680-E715-E097-DC8C-4CBEC596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BACA47-10E6-D3CC-1632-7079123A2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6A75E7-464B-FCF7-D631-E1AC34D6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84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4E095-9B7C-0162-FA58-61DE0EBC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02D74D-7993-5CBE-BDD2-B3FEC0046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6F4515-0AC7-9AE2-4246-6AEED3FCA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CA1183-12C0-C0F4-78DE-035DB8427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254B8B-9975-2171-997C-46F70CE79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33A6F9-52C0-1A79-0E6B-22333F3B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05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6A003-7E44-35E7-0597-8D8DC6294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477F09-8FD0-6709-3A80-79244D4AD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99E697-15BA-9515-33D1-F2701425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0F3236-9741-4468-1A16-661FC981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448BF-991A-8FCC-1EDE-92343F89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7EA1D9-2BAB-B508-636F-5E6092C15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8F9A51-7F4E-7FB9-F90C-B5D99B0CC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7F8B16-B95B-1DF7-1549-47580F6E2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172AB-281D-B0B8-8145-C548A2D34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138763-BE25-C144-28B3-E6D53652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419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9CDBC-EC11-BDAA-38C1-C32837E4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9497D4-D653-D97C-B1FC-B7D100C4D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BD1E8F-ECCE-0658-3580-A32F3161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18A41-9D5F-3711-8DC2-8A0E6700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9E53F-AE2C-1F4D-95B9-5BC9DEB2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12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B9138F-51B6-23D1-6726-78A4DFCD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60E1C9-125A-B048-597D-FA6763C09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18462-4F0F-F742-8D82-C7E898456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E2FAA-DB14-4A60-A5E8-D7686CF27C0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2ACCB5-CE56-CE57-0FA2-138BBF9D7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E1F267-23DB-EF27-FFC9-903445193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21399-6B06-4F1E-81F2-C24E2DB4C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9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23E2A-2663-4FF9-2B57-C02FE700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 </a:t>
            </a:r>
            <a:r>
              <a:rPr lang="en-US" altLang="zh-CN"/>
              <a:t>1 </a:t>
            </a:r>
            <a:r>
              <a:rPr lang="zh-CN" altLang="en-US"/>
              <a:t>页标题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FA83F-A6FF-C164-E69F-E60B8BEF3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这是第 </a:t>
            </a:r>
            <a:r>
              <a:rPr lang="en-US" altLang="zh-CN"/>
              <a:t>1 </a:t>
            </a:r>
            <a:r>
              <a:rPr lang="zh-CN" altLang="en-US"/>
              <a:t>页的正文内容，用于验证 </a:t>
            </a:r>
            <a:r>
              <a:rPr lang="en-US" altLang="zh-CN"/>
              <a:t>PPT </a:t>
            </a:r>
            <a:r>
              <a:rPr lang="zh-CN" altLang="en-US"/>
              <a:t>转 </a:t>
            </a:r>
            <a:r>
              <a:rPr lang="en-US" altLang="zh-CN"/>
              <a:t>PDF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4235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45C0D-EE03-B195-9C23-BD885D71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 </a:t>
            </a:r>
            <a:r>
              <a:rPr lang="en-US" altLang="zh-CN"/>
              <a:t>2 </a:t>
            </a:r>
            <a:r>
              <a:rPr lang="zh-CN" altLang="en-US"/>
              <a:t>页标题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F8882F-5975-E66E-DC10-DF7703C22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这是第 </a:t>
            </a:r>
            <a:r>
              <a:rPr lang="en-US" altLang="zh-CN"/>
              <a:t>2 </a:t>
            </a:r>
            <a:r>
              <a:rPr lang="zh-CN" altLang="en-US"/>
              <a:t>页的正文内容，用于验证 </a:t>
            </a:r>
            <a:r>
              <a:rPr lang="en-US" altLang="zh-CN"/>
              <a:t>PPT </a:t>
            </a:r>
            <a:r>
              <a:rPr lang="zh-CN" altLang="en-US"/>
              <a:t>转 </a:t>
            </a:r>
            <a:r>
              <a:rPr lang="en-US" altLang="zh-CN"/>
              <a:t>PDF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46028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0A021-36D2-43C9-D20B-BE126A52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 </a:t>
            </a:r>
            <a:r>
              <a:rPr lang="en-US" altLang="zh-CN"/>
              <a:t>3 </a:t>
            </a:r>
            <a:r>
              <a:rPr lang="zh-CN" altLang="en-US"/>
              <a:t>页标题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3B53FE-E523-26A4-7D6A-7368992A5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这是第 </a:t>
            </a:r>
            <a:r>
              <a:rPr lang="en-US" altLang="zh-CN"/>
              <a:t>3 </a:t>
            </a:r>
            <a:r>
              <a:rPr lang="zh-CN" altLang="en-US"/>
              <a:t>页的正文内容，用于验证 </a:t>
            </a:r>
            <a:r>
              <a:rPr lang="en-US" altLang="zh-CN"/>
              <a:t>PPT </a:t>
            </a:r>
            <a:r>
              <a:rPr lang="zh-CN" altLang="en-US"/>
              <a:t>转 </a:t>
            </a:r>
            <a:r>
              <a:rPr lang="en-US" altLang="zh-CN"/>
              <a:t>PDF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4690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第 1 页标题</vt:lpstr>
      <vt:lpstr>第 2 页标题</vt:lpstr>
      <vt:lpstr>第 3 页标题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nd</dc:creator>
  <cp:lastModifiedBy>e nd</cp:lastModifiedBy>
  <cp:revision>1</cp:revision>
  <dcterms:created xsi:type="dcterms:W3CDTF">2026-09-15T05:00:50Z</dcterms:created>
  <dcterms:modified xsi:type="dcterms:W3CDTF">2026-09-15T05:00:50Z</dcterms:modified>
</cp:coreProperties>
</file>